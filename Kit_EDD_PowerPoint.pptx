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d'onboarding pour les collègues. Ton simple, rassurant, imagé.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232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E273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7C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DU DOS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mode d'emploi complet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49808" y="35661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évaluer un patient, où se range le fichier, et pourquoi ça marche 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expliqué pour quelqu'un qui débute totalement.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HSNE Eupen · prestation INAMI 558994 · pour Fanny, Jean-Luc &amp; Wivine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quoi, au juste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phrase, une métaphore, et on a compris.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273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machine à écrire intelligente.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t'aide à évaluer un patient et fabrique des fichiers.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Toi, tu ranges chaque fichier dans le bon classeur (Teams).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part sur internet. Non, ce n'est pas Skynet : tout reste sur l'ordinateur.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installation. Ça s'ouvre comme une page web.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0" y="182880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001636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26517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Prouver que le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marche —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produire le rapport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légal tout seul.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0" y="5029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change pas le soin. On note enfin les résultats.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grand principe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boucle en 4 temps. C'est tout.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606040"/>
            <a:ext cx="548640" cy="548640"/>
          </a:xfrm>
          <a:prstGeom prst="ellipse">
            <a:avLst/>
          </a:prstGeom>
          <a:solidFill>
            <a:srgbClr val="1F96B5"/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d'entrée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926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20440" y="237744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606040"/>
            <a:ext cx="548640" cy="548640"/>
          </a:xfrm>
          <a:prstGeom prst="ellipse">
            <a:avLst/>
          </a:prstGeom>
          <a:solidFill>
            <a:srgbClr val="7CC5D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séances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rééducation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926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9480" y="2606040"/>
            <a:ext cx="548640" cy="548640"/>
          </a:xfrm>
          <a:prstGeom prst="ellipse">
            <a:avLst/>
          </a:prstGeom>
          <a:solidFill>
            <a:srgbClr val="1F96B5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sortie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29260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98280" y="237744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0" y="2606040"/>
            <a:ext cx="548640" cy="548640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09828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09828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médecins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"T" (T0 et T1) produit UN fichier. Le rapport en produit un dernier. 2 à 3 fichiers par patient, pas plus.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d'or nº1 — le nom du fichier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clé qui relie tout. Prends-en soin.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EF6F8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Prénom  —  1 T0  —  2026-01-15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 du patient se met UNIQUEMENT dans le nom du fichier — jamais dans l'outil.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Écris-le toujours pareil entre le T0 et le T1 (« Dupont Marie » partout).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homonymes ? Ajoute l'année de naissance : « Dupont Marie 1978 ».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566928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E9F5E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5669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au T1, rouvre le fichier T0 → le nom se recopie tout seul.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 d'or nº2 et nº3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classeur, et le secret des scores.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— Tout va dans Teams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fichier généré se range dans le dossier Teams « École du Dos ».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oublié dans « Téléchargements » = une évaluation perdue.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classeur, pas le trou noir des Téléchargements.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— Le patient ne voit pas ses scores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9260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mode patient, l'écran de fin dit juste « Merci ».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veut pas qu'il lise « kinésiophobie élevée » et prenne peur.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scores et leur sens restent de TON côté.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 un bilan d'ENTRÉE (T0)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gestes. La photo de départ.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F96B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Anamnèse : remplis avec le patient (problème, objectifs, body chart).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F96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Mode patient » : il répond seul aux questionnaires. Les scores tombent tout seuls.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F96B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566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à l'effort : âge, poids, puissance au vélo.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1F96B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4389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Document → « Générer le T0 ». Tape le nom du patient.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1F96B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checklist s'affiche → range le fichier dans Teams. Fini !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mode patient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C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une borne de supermarché, mais pour le dos.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3657600"/>
          </a:xfrm>
          <a:prstGeom prst="roundRect">
            <a:avLst>
              <a:gd name="adj" fmla="val 2500"/>
            </a:avLst>
          </a:prstGeom>
          <a:solidFill>
            <a:srgbClr val="0E273A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68880"/>
            <a:ext cx="10058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tends l'écran au patient : il répond seul, à son rythme.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scores se calculent automatiquement et reviennent dans l'outil.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ressortir : maintiens la petite croix 1,5 seconde (un patient curieux ne tombe pas dans le dossier).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nouveau patient, l'écran repart totalement vierge.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 un bilan de SORTIE (T1)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reprend la même photo, et on compare.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« T1 — Sortie » → « Charger le T0 ». Choisis le fichier du patient dans Teams.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se pré-remplit — le nom aussi. Magique (mais c'est juste bien rangé).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566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Refais les questionnaires (mode patient), entre les scores.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4389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 un MOTIF de fin — même si le patient a abandonné.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le T1, puis le rapport. Range sur Teams.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conseil qui change tout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1re cause de données perdues n'est pas médicale.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EEF6F8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F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30-32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 passer le T1 à la séance 30-32,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au tout dernier rendez-vous.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5040" y="201168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09360" y="2834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Souvent, le patient va mieux… et ne vient pas à la dernière séance.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pas de T1, évaluation perdue — alors que le traitement a marché !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faire un peu avant = on ne rate personne.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patient a lâché ? Clôture-le quand même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patient perdu sans trace = un dossier invisible.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FFF3E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l'onglet T1 : bouton « Clôturer SANS T1 » → choisis le motif.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prend 10 secondes et ça dit POURQUOI on perd des patients (abandon ? agenda ? aggravation ?).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précieux : ça permet d'améliorer le programme là où ça coince vraiment.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ça, on ne saura jamais si le problème est le soin… ou juste la logistique.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rapport médical (558994)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obligation légale, désormais automatique.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001636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CC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pour le transmettre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médecins 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traitant · médecin-conseil 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 du travail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7223760" cy="3931920"/>
          </a:xfrm>
          <a:prstGeom prst="roundRect">
            <a:avLst>
              <a:gd name="adj" fmla="val 2326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1488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faire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697480"/>
            <a:ext cx="6675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déjà pré-rempli depuis le T0 et le T1.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document : complète le nom du patient + les recommandations.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« Valider » (ça verrouille), puis « Imprimer / PDF ».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adresses des médecins récurrents sont mémorisées : tu ne tapes que le traitant.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en français ET en allemand.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Mais… où est le fichier, exactement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la plus importante. Réponse simple.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EEF6F8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  ›  École du Dos  ›  Dupont Marie — 1 T0 — 2026-01-15.html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dossier Teams, trié par nom. Tape le nom du patient dans la recherche → tous ses fichiers apparaissent groupés.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T1 contient DÉJÀ la comparaison T0→T1 : pas de fichier « delta » séparé à créer.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poste idéal : un ordinateur avec le dossier Teams synchronisé, et le navigateur réglé sur « demander où enregistrer ».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cockpit (surtout pour Philippe)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qui lit tous les fichiers.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96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 dépose les fichiers T0/T1 → il calcule tout, sans ressaisie.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complétude EN PREMIER (le vrai chiffre : combien de T0 ont un T1).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on perd des patients (par motif) — pour agir au bon endroit.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L'efficacité en % de patients réellement améliorés (pas juste une moyenne).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qui le programme profite le plus, et si les délais légaux sont tenus.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cas de pépin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a une ceinture ET des bretelles.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E9F5EF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sauvegarde tout seul pendant que tu travailles (« Brouillon auto-enregistré à… » en bas).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l'ordinateur plante : rouvre l'outil, il te propose de récupérer le dernier patient.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repartir de zéro : bouton « Nouveau patient ».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doute ? Le petit « i » bleu à côté des boutons explique tout, sur place.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ça marche — la science, en bref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9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case de l'outil vient d'une étude.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1F96B5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2677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Bouger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83464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L'exercice actif est le traitement nº1 (Cochrane, Hayden 2021).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331720"/>
            <a:ext cx="457200" cy="457200"/>
          </a:xfrm>
          <a:prstGeom prst="ellipse">
            <a:avLst/>
          </a:prstGeom>
          <a:solidFill>
            <a:srgbClr val="7CC5D8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22677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Expliquer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086600" y="283464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douleur réduit la peur et l'incapacité (Moseley &amp; Butler).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D35400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2336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peur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48006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kinésiophobie entretient la douleur → on la mesure (TSK).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297680"/>
            <a:ext cx="457200" cy="457200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42336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seuil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086600" y="48006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compte les vrais « répondeurs » (MCID), pas juste des moyennes.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complet + sources dans le Wiki (téléchargeable en ligne).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1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0E273A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901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C5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 du fichier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05840" y="23591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Prénom — étape — date. Toujours pareil.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0E273A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9019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C5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classement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3591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dans Teams › École du 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0E273A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3192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C5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patient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7764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voit jamais ses scores.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31546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0E273A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33192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C5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37764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séance 30-32, pas plus tard.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0E273A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7365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C5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abandon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51937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 clôture avec un motif.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45720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0E273A"/>
          </a:solidFill>
          <a:ln w="12700">
            <a:solidFill>
              <a:srgbClr val="DBE4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47365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C5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rapport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51937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14 jours, 3 médecins.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doute pendant une séance ? Le petit « i » bleu répond sur place. Sinon, préviens Philippe.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HSNE Eupen — École du Dos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Philippe Banaszak</dc:creator>
  <cp:lastModifiedBy>Philippe Banaszak</cp:lastModifiedBy>
  <cp:revision>1</cp:revision>
  <dcterms:created xsi:type="dcterms:W3CDTF">2026-07-24T07:52:19Z</dcterms:created>
  <dcterms:modified xsi:type="dcterms:W3CDTF">2026-07-24T07:52:19Z</dcterms:modified>
</cp:coreProperties>
</file>